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3"/>
    <p:sldId id="16140622" r:id="rId4"/>
    <p:sldId id="262" r:id="rId5"/>
    <p:sldId id="263" r:id="rId6"/>
    <p:sldId id="265" r:id="rId7"/>
    <p:sldId id="266" r:id="rId8"/>
    <p:sldId id="267" r:id="rId9"/>
    <p:sldId id="268" r:id="rId10"/>
    <p:sldId id="16140623" r:id="rId11"/>
    <p:sldId id="269" r:id="rId12"/>
    <p:sldId id="16140626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20" Type="http://schemas.openxmlformats.org/officeDocument/2006/relationships/customXml" Target="../customXml/item2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supervised_learning.html" TargetMode="External"/><Relationship Id="rId3" Type="http://schemas.openxmlformats.org/officeDocument/2006/relationships/hyperlink" Target="https://www.python.org/" TargetMode="External"/><Relationship Id="rId2" Type="http://schemas.openxmlformats.org/officeDocument/2006/relationships/hyperlink" Target="https://streamlit.io/" TargetMode="External"/><Relationship Id="rId1" Type="http://schemas.openxmlformats.org/officeDocument/2006/relationships/hyperlink" Target="https://huggingface.co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CAPSTONE PROJECT</a:t>
            </a:r>
            <a:endParaRPr lang="en-US" sz="3200" b="1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Student Name-  M NANTHINI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College Name-  XYZ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Department- CSE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  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Problem Statement </a:t>
            </a:r>
            <a:r>
              <a:rPr lang="en-US" sz="2000" dirty="0">
                <a:latin typeface="Arial" panose="020B0604020202020204"/>
                <a:ea typeface="+mn-lt"/>
                <a:cs typeface="Arial" panose="020B0604020202020204"/>
              </a:rPr>
              <a:t>(Should not include solution)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Proposed System/Solution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Calibri" panose="020F0502020204030204"/>
              </a:rPr>
              <a:t>System </a:t>
            </a:r>
            <a:r>
              <a:rPr lang="en-US" sz="2000" b="1" dirty="0">
                <a:latin typeface="Arial" panose="020B0604020202020204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 panose="020B0604020202020204"/>
                <a:ea typeface="+mn-lt"/>
                <a:cs typeface="+mn-lt"/>
              </a:rPr>
              <a:t>(Technology Used) </a:t>
            </a:r>
            <a:endParaRPr lang="en-US" dirty="0">
              <a:latin typeface="Arial" panose="020B0604020202020204"/>
              <a:ea typeface="+mn-lt"/>
              <a:cs typeface="+mn-lt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+mn-lt"/>
              </a:rPr>
              <a:t>Algorithm &amp; Deployment  </a:t>
            </a:r>
            <a:endParaRPr lang="en-US" dirty="0">
              <a:latin typeface="Arial" panose="020B0604020202020204"/>
              <a:cs typeface="Calibri" panose="020F050202020403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Result</a:t>
            </a:r>
            <a:endParaRPr lang="en-US" sz="2000" b="1" dirty="0">
              <a:latin typeface="Arial" panose="020B0604020202020204"/>
              <a:ea typeface="+mn-lt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Conclusion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Future Scope</a:t>
            </a:r>
            <a:endParaRPr lang="en-US" sz="2000" b="1" dirty="0">
              <a:latin typeface="Arial" panose="020B0604020202020204"/>
              <a:ea typeface="+mn-lt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References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endParaRPr lang="en-US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Lack of Accessibility : Professional mental health support is often expensive and not immediately available during moments of crisis.</a:t>
            </a:r>
            <a:endParaRPr lang="en-US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Social Stigma : Many individuals hesitate to seek help due to fear of judgment or societal stigma surrounding mental health.</a:t>
            </a:r>
            <a:endParaRPr lang="en-US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Time Constraints : Therapy sessions are scheduled, but emotional distress can happen at any time, day or night.</a:t>
            </a:r>
            <a:endParaRPr lang="en-US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Limited Self-Help Tools : Existing chatbots often lack empathy or context, providing generic responses that fail to address the user's specific emotional state.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192" y="638656"/>
            <a:ext cx="11029616" cy="530296"/>
          </a:xfrm>
        </p:spPr>
        <p:txBody>
          <a:bodyPr>
            <a:normAutofit/>
          </a:bodyPr>
          <a:lstStyle/>
          <a:p>
            <a:r>
              <a:rPr lang="en-US" sz="2665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2665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73430" y="1205230"/>
            <a:ext cx="11068685" cy="4690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PsycheFlow : An intelligent, accessible, and judgment-free mental health companion chatbot.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Real-Time Support : Available 24/7 to listen, analyze emotions, and provide supportive, empathetic feedback.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Emotion-Aware : Uses a custom Machine Learning model to detect the user's underlying emotion (e.g., Joy, Sadness, Anger, Fear).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Hybrid AI Approach : Combines the speed and privacy of local ML classification with the generative power of Large Language Models (LLM) for natural conversation.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Privacy-First : Designed to run locally, ensuring user data remains private and secure.</a:t>
            </a: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61950" y="1238885"/>
            <a:ext cx="11299190" cy="5034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Framework : Django (Python) - Robust, secure, and scalable web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framework for managing chat logic and API integration.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: HTML5, CSS3, JavaScript - Clean, calming user interface with real-time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dynamic updates (AJAX).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: For model training and pipeline creation.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: For dataset manipulation and preprocessing.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 : For model serialization and loading.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 : Google Gemini API (gemini-2.0-flash) - Used to generate human-like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contextually appropriate responses.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: Kaggle "Emotions" dataset (nelgiriyewithana/emotions) containing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~416k labeled text samples.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Algorithm &amp; Deployment</a:t>
            </a:r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025" y="1567815"/>
            <a:ext cx="11029315" cy="4491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Result</a:t>
            </a:r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192" y="2847540"/>
            <a:ext cx="4710475" cy="416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Conclusion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endParaRPr lang="en-I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 txBox="1"/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Future scope</a:t>
            </a:r>
            <a:endParaRPr lang="en-US" sz="4400" b="1" dirty="0">
              <a:solidFill>
                <a:schemeClr val="accent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78933" y="299033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References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1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2"/>
              </a:rPr>
              <a:t>Streamlit</a:t>
            </a:r>
            <a:r>
              <a:rPr lang="en-US" dirty="0">
                <a:hlinkClick r:id="rId2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Welcome to Python.org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1. Supervised learning — scikit-learn 1.8.0 documentation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</a:t>
            </a:r>
            <a:endParaRPr lang="en-IN" dirty="0"/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/>
</ds:datastoreItem>
</file>

<file path=customXml/itemProps2.xml><?xml version="1.0" encoding="utf-8"?>
<ds:datastoreItem xmlns:ds="http://schemas.openxmlformats.org/officeDocument/2006/customXml" ds:itemID="{927BD4C1-B6B1-4715-ABF9-E660A51A4EA0}">
  <ds:schemaRefs/>
</ds:datastoreItem>
</file>

<file path=customXml/itemProps3.xml><?xml version="1.0" encoding="utf-8"?>
<ds:datastoreItem xmlns:ds="http://schemas.openxmlformats.org/officeDocument/2006/customXml" ds:itemID="{8D289AE2-D2AE-49D1-AFAC-3A79F679425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0</TotalTime>
  <Words>2395</Words>
  <Application>WPS Presentation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Wingdings 2</vt:lpstr>
      <vt:lpstr>Arial</vt:lpstr>
      <vt:lpstr>Calibri</vt:lpstr>
      <vt:lpstr>Calibri Light</vt:lpstr>
      <vt:lpstr>Microsoft YaHei</vt:lpstr>
      <vt:lpstr>Arial Unicode MS</vt:lpstr>
      <vt:lpstr>Franklin Gothic Demi</vt:lpstr>
      <vt:lpstr>Franklin Gothic Book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演示文稿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Nikshay Reddy</cp:lastModifiedBy>
  <cp:revision>39</cp:revision>
  <dcterms:created xsi:type="dcterms:W3CDTF">2021-05-26T16:50:00Z</dcterms:created>
  <dcterms:modified xsi:type="dcterms:W3CDTF">2026-01-22T12:05:16Z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ICV">
    <vt:lpwstr>DB936C074BEA425DABA74910531262A5_13</vt:lpwstr>
  </property>
  <property fmtid="{D5CDD505-2E9C-101B-9397-08002B2CF9AE}" pid="4" name="KSOProductBuildVer">
    <vt:lpwstr>1033-12.2.0.23155</vt:lpwstr>
  </property>
</Properties>
</file>